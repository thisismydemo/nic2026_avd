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658618"/>
        </p:xfrm>
        <a:graphic>
          <a:graphicData uri="http://schemas.openxmlformats.org/drawingml/2006/table">
            <a:tbl>
              <a:tblPr firstRow="1"/>
              <a:tblGrid>
                <a:gridCol w="1360264"/>
                <a:gridCol w="2312450"/>
                <a:gridCol w="2312450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Control plane, hosts, images, storage, network, monitoring, Arc: seven resource groups by lifecycle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Profile share on its public endpoint, direct egress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Registration tokens are never stored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51917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join, hybrid join for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94983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+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Entra Connect Sync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Azure realm: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Azure Local and Hybrid realms: AD-joined and hybrid-joined, AD Kerberos to the SOFS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Entra SSO and two Conditional Access policies in every realm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Bifrost's toll: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Pooled, breadth-first, multi-session Windows 11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Entra-joined, SSO, RDP Shortpath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Scaling plan and Start VM on Connect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On lnet-iic-nic26-avd-vlan2215-eus; its NSG admits RDP Shortpath from P2S only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AD DS join and hybrid join by the domain-join extension; hybrid users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What breaks when the Resource Bridge is unhealthy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Resource Bridge is a platform-managed appliance; you do not deploy an AKS workload cluster for AVD hosts (verify the current dependency list)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SMB, not CSV, sized bottom-up: and one GPU, one mode per node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realm: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One GPU per node, one assignment mode; DDA: whole device, no live migration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5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750" dirty="0"/>
              <a:t>AVD never powers, scales, replaces or patches this VM: you own the lifecycle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Win11: Entra, AD or hybrid join; Server: AD or hybrid. This lab: AD + hybrid join in the build, like Azure Local (one SOFS)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the domain join and the FSLogix profile...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 + hybrid)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decision: FSLogix mounts the container as the signed-in user over SMB, so...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648331"/>
        </p:xfrm>
        <a:graphic>
          <a:graphicData uri="http://schemas.openxmlformats.org/drawingml/2006/table">
            <a:tbl>
              <a:tblPr firstRow="1"/>
              <a:tblGrid>
                <a:gridCol w="2077375"/>
                <a:gridCol w="1358283"/>
                <a:gridCol w="1438183"/>
                <a:gridCol w="1438183"/>
                <a:gridCol w="1917577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realms,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Per realm: how hosts join, where the profile can live, how the host reaches it, and what this lab chose (D-050).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35915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+ hybrid join,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+ hybrid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A: one Azure Files share, Entra Kerberos, from all three realms: simplest; on-site realms pay WAN latency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B (the lab): Cloud Cache, CCDLocations = SOFS + Azure Files: LAN speed on site, the profile still follows the user to Azure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C: per-realm shares: fastest, no common state, breaks the promise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Same hybrid user (UPN, 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Cloud Cache costs: a local cache disk and logoff flush time; the host must authenticate to every provider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intent, platform-specific implementation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template works unchanged everywhere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six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8229600" cy="2711196"/>
        </p:xfrm>
        <a:graphic>
          <a:graphicData uri="http://schemas.openxmlformats.org/drawingml/2006/table">
            <a:tbl>
              <a:tblPr firstRow="1"/>
              <a:tblGrid>
                <a:gridCol w="952185"/>
                <a:gridCol w="2448476"/>
                <a:gridCol w="2516489"/>
                <a:gridCol w="2312450"/>
              </a:tblGrid>
              <a:tr h="3002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002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present; container from Azure Files or the SOFS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002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0" name="Node 1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2" name="Node 1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Decide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which realm for which workload (the five axes)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every 'verify' cell in the support table, in your tenant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Run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repo, one config file and the follow-along guide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32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2026-10-12T02:14:34Z</dcterms:created>
  <dcterms:modified xsi:type="dcterms:W3CDTF">2026-10-12T02:14:34Z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