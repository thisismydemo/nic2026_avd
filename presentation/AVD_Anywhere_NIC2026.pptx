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  <p:sldId id="304" r:id="rId1049"/>
    <p:sldId id="305" r:id="rId1050"/>
    <p:sldId id="306" r:id="rId1051"/>
    <p:sldId id="307" r:id="rId1052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Relationship Id="rId1049" Type="http://schemas.openxmlformats.org/officeDocument/2006/relationships/slide" Target="slides/slide49.xml"/><Relationship Id="rId1050" Type="http://schemas.openxmlformats.org/officeDocument/2006/relationships/slide" Target="slides/slide50.xml"/><Relationship Id="rId1051" Type="http://schemas.openxmlformats.org/officeDocument/2006/relationships/slide" Target="slides/slide51.xml"/><Relationship Id="rId1052" Type="http://schemas.openxmlformats.org/officeDocument/2006/relationships/slide" Target="slides/slide5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6-1.png"/><Relationship Id="rId101" Type="http://schemas.openxmlformats.org/officeDocument/2006/relationships/image" Target="../media/gen-s6-2.png"/><Relationship Id="rId102" Type="http://schemas.openxmlformats.org/officeDocument/2006/relationships/image" Target="../media/gen-s6-3.png"/><Relationship Id="rId103" Type="http://schemas.openxmlformats.org/officeDocument/2006/relationships/image" Target="../media/gen-s6-4.png"/><Relationship Id="rId104" Type="http://schemas.openxmlformats.org/officeDocument/2006/relationships/image" Target="../media/gen-s6-5.png"/><Relationship Id="rId105" Type="http://schemas.openxmlformats.org/officeDocument/2006/relationships/image" Target="../media/gen-s6-6.png"/><Relationship Id="rId106" Type="http://schemas.openxmlformats.org/officeDocument/2006/relationships/image" Target="../media/gen-s6-7.png"/><Relationship Id="rId107" Type="http://schemas.openxmlformats.org/officeDocument/2006/relationships/image" Target="../media/gen-s6-8.png"/><Relationship Id="rId108" Type="http://schemas.openxmlformats.org/officeDocument/2006/relationships/image" Target="../media/gen-s6-9.png"/><Relationship Id="rId109" Type="http://schemas.openxmlformats.org/officeDocument/2006/relationships/image" Target="../media/gen-s6-10.png"/><Relationship Id="rId110" Type="http://schemas.openxmlformats.org/officeDocument/2006/relationships/image" Target="../media/gen-s6-11.png"/><Relationship Id="rId111" Type="http://schemas.openxmlformats.org/officeDocument/2006/relationships/image" Target="../media/gen-s6-1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2-1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5-1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6-1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9-1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2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 descr="What we will do today: the Rout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The feed: one sign-in to Windows App shows three desktops, Terminal A, B and 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Three host pools behind them: Azure, Azure Local, Hybrid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Host status: every running host shows Available; an idle Azure host may show Shutdown, that is autoscale saving money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Day 2 across all three terminals: monitor, patch, secure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one setup for all three terminals; patching depends on where the host runs.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385180"/>
                <a:gridCol w="2281473"/>
                <a:gridCol w="2281473"/>
                <a:gridCol w="228147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Day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Insights; Azure Monitor agent and a data collection rule into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Patch the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New image version, or Intune / Windows Update for Business if Entra or hybrid joined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you build and patch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Patch the platform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7)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 descr="Terminal A: the infrastructure of AVD on Azur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 descr="Terminal B: the infrastructure of AVD on Azure Loc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The need: FSLogix needs an SMB file share; a cluster volume (CSV) is disk space, not a share users can reach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answer: Microsoft recommends a file-server cluster of VMs on Azure Local; here a two-VM Scale-Out File Server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Size the cluster for profiles: 20 users × 30 GB + 20 % = 720 GB; two mirrors + reserve = 6 TiB raw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Sizing method: see the azurelocal-avd and azurelocal-sofs-fslogix guides on azurelocal.cloud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GPU partitioning (GPU-P)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service fee per user per month,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 descr="Terminal C: the infrastructure of AVD Hybrid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AVD Hybrid: what it runs on, and what it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Any Windows machine you already run can be a session host, if it meets these rules.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6050"/>
        </p:xfrm>
        <a:graphic>
          <a:graphicData uri="http://schemas.openxmlformats.org/drawingml/2006/table">
            <a:tbl>
              <a:tblPr firstRow="1"/>
              <a:tblGrid>
                <a:gridCol w="2743200"/>
                <a:gridCol w="27432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Machine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Windows VM on any hypervisor (Hyper-V, vSphere, Nutanix AHV), or a headless physical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laptop or desktop someone works 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Enterprise, single-session; Windows Server 2016 to 2025 (several users, like RDS)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multi-session; editions other than Enterprise (Learn lists Enterprise only)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11/10: Entra ID, AD DS or hybrid join; Windows Server: AD DS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joined to Entra ID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Joining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Arc agent, then the AVD Hybrid extension with the host pool token; host pool identity with Reader on the Arc machines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inbound port: hosts connect out to the AVD and Arc URLs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AVD service (feed, broker, gateway), monitoring and inventory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Create, power, scale or patch the VM: no autoscale, power management, Start VM on Connect or session host configuration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Billing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 service fee per user per month, plus the Windows or RDS user licences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fee per vCPU or per core (that is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Can it be an AVD Hybrid host? Yes or no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Common platforms, one answer each: Windows Enterprise or Server, as a VM on your hypervisor or a headless server, through Arc.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927223"/>
        </p:xfrm>
        <a:graphic>
          <a:graphicData uri="http://schemas.openxmlformats.org/drawingml/2006/table">
            <a:tbl>
              <a:tblPr firstRow="1"/>
              <a:tblGrid>
                <a:gridCol w="3200400"/>
                <a:gridCol w="1005840"/>
                <a:gridCol w="402336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Hybrid host?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VM on VMware vSphere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that runs Windows VMs; one user per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VM on Nutanix AHV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2016 to 2025; several users per host, RDS CALs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2022 or Windows 11 Enterprise VM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This lab: Windows 11 Enterprise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on a physical rack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Physical only as a dedicated, headless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Linux VM on VMware (any distribution)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 are Windows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multi-session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Multi-session is not supported on Hybrid (use Azure or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Pro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Learn lists Windows 11/10 Enterprise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user’s laptop or personal PC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Laptops and personal PCs are not supported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2012 R2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Supported: Windows Server 2016 to 2025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host without the Azure Arc agent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 hosts must be Arc-enabled; the AVD extension runs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shared share, Cloud Cache, or one per site.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 descr="Luggage that follows you between flights: Cloud Cache (pattern B)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Azure for bursty demand; Azure Local when data must stay on site; Hybrid to reuse your hypervisor.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833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(add Defender for Endpoint: Intune if Entra/hybrid joined, else GPO or Configuration Manager)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52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2026-10-14T10:54:47Z</dcterms:created>
  <dcterms:modified xsi:type="dcterms:W3CDTF">2026-10-14T10:54:47Z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