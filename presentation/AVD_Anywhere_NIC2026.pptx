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6-1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a Hybrid host needs before it can join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things: a supported Windows, a join type, a host pool identity that can read the Arc machines, and outbound internet access.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Windows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11/10 Enterprise single-session or Windows Server 2016-2025;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to Entra ID, AD or hybrid; Windows Server to AD or hybrid only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standard host pool with a managed identity that has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Network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outbound 443 to the AVD URLs and the Azure Arc endpoints; no inbound ports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48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2026-10-14T08:17:16Z</dcterms:created>
  <dcterms:modified xsi:type="dcterms:W3CDTF">2026-10-14T08:17:16Z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