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9-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2-1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1-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 desktop and app virtualization service that runs on Azure: full Windows desktops or single apps, delivered to any device.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Users, any device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Windows App or a browser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service in Azure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hosts: Windows VMs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Full Windows 11 desktops or single apps, on any device, through Windows App or a browser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Windows 11 multi-session: many users share one VM, only on AVD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Microsoft runs the gateway, broker and feed; you manage the VMs and their image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Licensed through Microsoft 365 E3, E5, F3, Business Premium or Windows Enterprise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AVD in three places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Azure, so the session hosts can run in Azure, on Azure Local, or on your own hypervisor.</a:t>
            </a:r>
          </a:p>
        </p:txBody>
      </p:sp>
      <p:sp>
        <p:nvSpPr>
          <p:cNvPr id="4" name="Terminal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Terminal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Terminal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Passport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workspace, one user, one profile pattern across all three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Today: how each one is built, live, and what makes them one platform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The pre-deployed environment: one workspace, three host pools, every running host Available.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feed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workspace, three desktops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host pools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Azure, Azure Local, Hybrid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Hosts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running host Available; az01 is off by design, the scaling plan keeps one of two running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All three terminals sit on one foundation built from code; each terminal only adds its own hosts.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What all three share: one workspace, one identity, one monitoring workspace, one image gallery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What each terminal adds: only its session hosts (on site, also the profile share)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Built from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How AVD on Azure works: the baseline the other two terminals are measured against.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Pooled, breadth-first, multi-session Windows 11; Entra-joined, SSO, RDP Shortpath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Autoscale and Start VM on Connect: autoscale only here; Start VM on Connect here and on Azure Local, never on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Reused by B and C: the image (next slide) and the monitoring (the slide after)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Reused everywhere, part 1: one image, built once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Image Builder builds one image into the gallery; Terminal B imports the same image, Terminal C rebuilds it with Packer.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Image Builder builds it from a pinned Windows 11 version with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It lands in the Compute Gallery: versioned, replicated, easy to roll back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Terminal B imports that image to the cluster; Terminal C builds the same scripts with Packer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No identity baked in: each terminal joins the domain its own way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Reused everywhere, part 2: one monitoring view,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AVD Insights is the one view for the hosts of all three terminals;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Collect only the Insights defaults: counters and events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Measured in the demo environment: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Preview: the Azure Copilot Observability Agent investigates alerts on this workspace, billed per use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Deploy it live next to the pre-deployed terminal: a host pool and a session host, then the image and the monitoring.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and its image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Monitoring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Insights, and the DCR before and after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Same service, compute at your site: why you would choose it, and what runs in the demo.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Why: data stays on site, low latency for local users, regulation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AVD service and workspace; the session hosts run on your cluster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 the demo: al01, al02 and the GPU host al03, AD-joined, hybrid users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 the AVD logical network (VLAN 2215) with an NSG; profiles on a SOFS on the same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AVD on Azure Local fits together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the session hosts are Azure Local VMs that Azure creates on your cluster through Arc.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 Azure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Custom location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Arc Resource Bridge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Azure Local VM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In Azure: host pool, workspace, app groups, broker; a pool is Azure Local only, never mixed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your cluster: session hosts created from the AVD blade through the custom location and Resource Bridge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each host: the Arc agent and the AVD agent; AD DS join (hybrid join for SSO); Azure verification activates multi-session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Step 1: get an image onto the cluster.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Build with Image Builder, then import it as an Azure Local image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Or download a Marketplace image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Then add session hosts from the host pool, as on Azure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needs an SMB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FSLogix needs an SMB share; a cluster volume (CSV) is storage, not a share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Microsoft recommends a file-server cluster of VMs on Azure Local; the demo runs a two-VM SOFS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Size the cluster for the profiles too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20 users × 30 GB + 20 % = 720 GB usable, 6 TiB raw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Sizing guides</a:t>
            </a:r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azurelocal.cloud/azurelocal-avd and azurelocal.cloud/azurelocal-sofs-fslogix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GPU desktops on Azure Local: one L4 by DDA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GPU passed whole to one session host: what it gives you, and what it costs you.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DDA passes the whole GPU to one session host; no vGPU licence needed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Free data center driver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NVIDIA vWS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give it its own host (here al03); on a drain it restarts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GPU partitioning shares one GPU between VMs, but needs NVIDIA vGPU licensing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00" dirty="0"/>
              <a:t>Network: hosts on a logical network (here VLAN 2215) with an NSG; AVD needs outbound only, RDP Shortpath on the LAN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Cluster updates: one node at a time, VMs live-migrate, no desktop downtime; the DDA GPU host restarts instead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bill: the Azure Local fee + the AVD for Azure Local fee per active vCPU + the same user access rights as Azure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connection: brokering stays in Azure; no Azure connection, no new sessions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Terminal C: AVD Hybrid in four steps, on any hypervisor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your own VM joins it from the inside, on Hyper-V, vSphere or Nutanix AHV.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1. Create a Windows VM with your own tools, on any hypervisor: Hyper-V, vSphere, Nutanix AHV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2. Install the Arc agent in the VM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4. The host shows Available (allow up to 15 minutes)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AVD never powers, scales or patches this VM: you own it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What AVD Hybrid requires, and what you give up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Hybrid requires of the VM, and the AVD features you do not get.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Windows 11 Enterprise single-session or Windows Server;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Entra, AD or hybrid; Windows Server AD or hybrid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 host pool's identity needs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No autoscale, power management or Start VM on Connect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Azure does not build, join or patch this VM: you do, with your own tools.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 image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you build it with Packer, reusing the Image Builder scripts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Domain join and FSLogix settings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baked into the image, nothing joins it at deploy time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Patching Windows 11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Intune or Windows Update for Business (Update Manager does not cover it)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Arc gives you monitoring and inventory; the Arc depth is next door at 14:40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Deploy a Hybrid host live with the script, then the pre-deployed Hybrid terminal.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deploys a new Hybrid host: VM, Arc agent, extension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plain Hyper-V VMs seen in Azure only as Arc machines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AVD Hybrid extension and its log; the hosts Available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terminal: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Local and Hybrid terminals: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Entra SSO on Entra-joined or hybrid-joined hosts; Conditional Access for MFA by design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paths: to AVD, to the host, 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Path 3 up close: the ticket opens the share, the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an Entra Kerberos ticket,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share: only an AD Kerberos ticket opens it,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Design rule: exclude the storage app from MFA policies; the ticket request is silent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chain proven on a host: principal, ticket, share, ACL.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Ticket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on the Azure host, Entra Kerberos for Azure Files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share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path one; this proves path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What goes in the profile: two containers and the settings that matter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 container: the user's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 container: the Office caches (Outlook, Teams, OneDrive, search), rebuildable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VHDLocations: where each container lives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Safety settings: 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 of the profile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Profile and one ODFC container per user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Settings</a:t>
            </a:r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C3FBFE"/>
                </a:solidFill>
                <a:latin typeface="Roboto"/>
                <a:cs typeface="Roboto"/>
              </a:rPr>
              <a:t>VHDLocations, folder naming, PreventLoginWithFailure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Pattern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in all three terminals, only the share path differs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A: one share in Azure; B: Cloud Cache in both places, the target; C: one profile per site, what the demo runs today.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the same profile in both places: fast on site and in Azure (the target, 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fast, but Azure and on site are different profiles (the demo today)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Today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Azure Local and Hybrid share one profile; Azure has its own until B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One config file and shared image scripts; only the image builder and the create-the-VM step differ per terminal.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One config file describes all three host pools; nothing hardcoded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Image scripts shared: Image Builder for Azure and Azure Local, Packer for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Only creating the VM differs: Azure, Azure Local, your hypervisor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monitoring workspace sees every host, through Arc on site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three terminals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same pipeline builds all three terminals; only the create-the-VM step differs.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one config file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Hybrid onboarding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Arc agent, then the AVD extension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What-if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before the what-now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continuous live test across all three terminals: six steps, each with a claim, a clip and a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Choose your terminal: five decision axes,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terminal.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Support status by terminal: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What each terminal supports today, and what to verify in your own tenant before you choose.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1917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The trip in one slide: decide, validate,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43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2026-10-14T03:33:49Z</dcterms:created>
  <dcterms:modified xsi:type="dcterms:W3CDTF">2026-10-14T03:33:49Z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