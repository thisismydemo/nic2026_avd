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github.com/&lt;org&gt;/nic2026_avd (repo)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Demo guide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follow along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360264"/>
                <a:gridCol w="2312450"/>
                <a:gridCol w="2312450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 supported; Entra join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Server needs AD;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Control plane, hosts, images, storage, network, monitoring, Arc: seven resource groups by lifecycle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Profile share on its public endpoint, direct egress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Registration tokens are never stored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35915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Kerberos: hybrid GA, cloud-only preview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 of Azure Local VMs: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Azure; SMB service needed,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and Start VM on Connect: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Server needs 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storage is yours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what the lab declares, and the AD fork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Cloud-only users and Entra-joined Windows 11 in every realm; Windows Server and on-prem SMB bring Active Directory back.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Cloud-only users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11 Enterprise, Entra-joined in all three realms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 SSO; two Conditional Access policies; no Active Directory in the AVD 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Server session hosts: AD DS or hybrid join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On-prem SMB options: AD DS Kerberos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Azure Files.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Azure Files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Kerberos ticket, share RBAC, NTFS ACLs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Preview boundary and the ticket: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Entra Kerberos for cloud-only identities is preview.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Preview: Entra Kerberos for cloud-only identities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MFA applies at user sign-in; 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Current Windows 11 build; non-nested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Supported alternative: hybrid identities (a different prerequisite set)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Pooled, breadth-first, multi-session Windows 11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Entra-joined, SSO, RDP Shortpath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Scaling plan and Start VM on Connect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features only this realm gets in full.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Entra join of Azure Local VMs: verified on the day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What breaks when the Resource Bridge is unhealthy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Resource Bridge is a platform-managed appliance; you do not deploy an AKS workload cluster for AVD hosts (verify the current dependency list)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SMB, not CSV: and one GPU, one mode per node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The lab uses Azure Files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One GPU per node: one assignment mode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DDA: whole device, no live migration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5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You own the lifecycle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and does not offer.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Win11 Enterprise single-session or Windows Server; no multi-session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Server needs AD; Win11 can be Entra-only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autoscale, power management, Start VM on Connect, Session Host Configuration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CloudDeviceExtension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tested in the repo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Packer plus platform-native tools; patching is an owner question.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hyperv-iso, vsphere-iso, Nutanix plugin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 join in the build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11 patching: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Outbound only through the firewall allow-list; RDP Shortpath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Azure Update Manager does not cover Windows 11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the identity catch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Each fails portability or only complements FSLogix.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Remaining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Profile Container, Profile + ODFC, Cloud Cache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Files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Entra Kerberos, AD DS, Entra Domain Services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Entra Kerberos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cloud-only users (preview)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Other SMB backends and on-prem SMB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AD DS Kerberos (verify per product)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A: one Azure Files share, Entra Kerberos (the demo)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B: Cloud Cache with an on-prem provider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C: per-realm shares, no common state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Same user identity (SID) and one FSLogix configuration profile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Cloud Cache: CCDLocations writes to several providers; costs are local cache disk and logoff flush time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intent, platform-specific implementation</a:t>
            </a:r>
          </a:p>
        </p:txBody>
      </p:sp>
      <p:sp>
        <p:nvSpPr>
          <p:cNvPr id="9" name="Card 9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template works unchanged everywhere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five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five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952185"/>
                <a:gridCol w="2448476"/>
                <a:gridCol w="2516489"/>
                <a:gridCol w="2312450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container, known file present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</a:tbl>
          </a:graphicData>
        </a:graphic>
      </p:graphicFrame>
      <p:cxnSp>
        <p:nvCxnSpPr>
          <p:cNvPr id="7" name="Line 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8" name="Node 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0" name="Node 1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2" name="Node 1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Decide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which realm for which workload (the five axes)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every 'verify' cell in the support table, in your tenant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Run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the repo, one config file and the follow-along guide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We just saw AVD land on an Azure Local cluster. Tomorrow: how that cluster was built and run.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15 Oct, 09:50, Room 5: plan and discover; deploy and Day-2 ready; operate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Same cluster, same repo, live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Breaking the Platform Barrier: AVD Hybrid on Any Hypervisor (Gregor Reimling &amp; Marcel Meurer, L300, Wed 2:40 pm, Room 5)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30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2026-10-06T23:17:17Z</dcterms:created>
  <dcterms:modified xsi:type="dcterms:W3CDTF">2026-10-06T23:17:17Z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